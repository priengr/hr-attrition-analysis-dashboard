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2D85-376E-10AF-7F79-69A1DC1D7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B4132-332C-D3C9-4DCD-7342E31E7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FF818-DC2A-50E4-3FAA-E933AF02C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D2514-95CB-0275-DDB9-1E89FD0D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2A03D-D0CC-786C-A03C-99C6622F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7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D36BE-5D0D-5288-9BF1-87321723A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1D224-FEAC-CB54-2709-550B40E48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FD1D0-EA2C-793A-A547-39448AB2C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A15E8-23AB-CACB-080B-87CFF906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CA4A6-D29B-FB0A-8404-5F3EAB0A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7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DAC40-F8C5-97D5-07A7-68016F72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8BB19-EB16-ECB1-598C-21FA80853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7B16A-303B-3B91-0175-CC10FFF48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47883-1C6F-FCCB-8894-857CA03B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5ED7-38BC-3DED-66D8-5A0C2C1E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9E30-A76A-E111-4F3F-B0C94C15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E4B40-1E21-C70D-5DFD-AB00A72B3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0B65D-F124-6FA6-206B-9F7CCC959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2A920-B14E-A2B6-A9BF-A265152A5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1F2C1-74E1-14F6-B64A-44215A301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0D7B2-D70B-7CA6-5AAB-3D1C9E125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186F7-F713-2292-3883-1C02A7E9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F9C87-337D-8652-91AF-C9DC9C94B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E5480-8186-79DA-8C81-0613BAFD9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FC391-EA45-F2DD-D3C2-E42E3324D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867F0-FC7A-EADD-076A-F419CE8D7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87FDBE-15E7-EDD6-A65B-2E5BA362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E3365-38D0-3BFD-5B6A-DA8B6561F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FF7CE-5682-E0A5-8375-0745DB78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51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1995E-5C81-FDD9-1925-C3BC4763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6F48A-7B4A-F6FC-3C11-CBFD94E6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D148F-533C-22E6-E9FC-8E70C116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7AC96-9DB4-284E-5D46-2167E0C1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8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99006C-6F2C-EADA-5317-AECE2E3EC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B8BF3-6E05-5BDF-7B70-A41F44CA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3BA0D-F6A4-BB5E-C296-6D3C72D9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3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AC6D9-136E-0A93-2B59-42B1117E4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CA615-DF2C-231E-1146-91F41EAF3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72D82-465E-7BD4-C947-15D06BF65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107D5-9295-83D0-F8EB-AB529496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1FA60-4389-E667-097C-6DE52D751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4E08C-99EF-6187-4E49-AFB1B2E4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64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AC2BA-A5BF-AAC9-AC82-6F0BBA281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E4630-2CF2-EE01-7D86-1AADB101D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D6B7A-10E0-7087-D921-1D8880EC2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002F1-64AF-3DC9-9963-3A528B03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DAFB3-DF1D-48AF-D03F-CA204FE2E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0E2AB-73AF-6A1D-8A3C-35A84F70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3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64EA-43F8-D4D7-FABE-B88C2B1E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EC4D2-150D-C0DF-3BE8-4BB240A13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08FFA-0D4D-8716-992D-A1F2AC2B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13720-FDB2-614C-079E-9F8982B1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B7D3-9910-D740-705E-E2DDBD7A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CACD04-6824-480D-DF87-914BFF734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3E540-2237-E4A3-EB32-ED8761777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AFD94-29FD-9D20-1D1C-06BD56D3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042E5-2094-1A0E-2FD2-1F52D4326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59A4A-E9E0-74A2-1A75-F9B353B8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0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3DE0F-68FB-0775-E30A-FF07CC60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2D023-62E1-05EA-9886-9128B1FA7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BC0B2-12C7-EF7C-2349-714911103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2631F-A510-4C3D-912C-E7DE710F115A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837CE-A7A6-CE97-39FA-76ABAFF98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8454F-1CC9-8882-DAF3-A63BB11A4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1BCBF-1DF0-4E54-B411-CF9D5EF41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1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279BB-F14F-17FC-7E24-7ADC6E958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F9A69-F316-0C95-8179-14167BE4EB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0CCCB2-2688-E481-88FC-71D63D755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" y="2805112"/>
            <a:ext cx="11106150" cy="1247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147C1B-9BB4-1289-689E-0FECB96FF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5" y="2057400"/>
            <a:ext cx="1038225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1480CF-E746-5EE4-94D0-89E101919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175" y="1976437"/>
            <a:ext cx="8629650" cy="29051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FFFF02-C461-2389-5052-D482E19344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" y="0"/>
            <a:ext cx="12149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6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1CD777-FF70-7FED-B20B-69D323292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" y="2805112"/>
            <a:ext cx="1110615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8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56A7-2544-6653-D6E4-8572FF860B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96474-7851-B6E4-62BD-9DE2B11D1E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0761F-43DD-796C-6003-62D18744A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916" y="1918447"/>
            <a:ext cx="8801909" cy="296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13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0813-E75A-1685-CC24-12F10382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F9ACF7-224C-32F4-3957-9D8936A2B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5" y="2629694"/>
            <a:ext cx="10382250" cy="2743200"/>
          </a:xfrm>
        </p:spPr>
      </p:pic>
    </p:spTree>
    <p:extLst>
      <p:ext uri="{BB962C8B-B14F-4D97-AF65-F5344CB8AC3E}">
        <p14:creationId xmlns:p14="http://schemas.microsoft.com/office/powerpoint/2010/main" val="2566638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7FD683-518A-D013-2813-4A6D750B4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162" y="1924050"/>
            <a:ext cx="4257675" cy="3009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0BC5DA-FB1A-C1E7-77BC-2A9AD6832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859" y="1083328"/>
            <a:ext cx="19812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08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GAUR</dc:creator>
  <cp:lastModifiedBy>ARUN GAUR</cp:lastModifiedBy>
  <cp:revision>1</cp:revision>
  <dcterms:created xsi:type="dcterms:W3CDTF">2026-03-17T03:24:29Z</dcterms:created>
  <dcterms:modified xsi:type="dcterms:W3CDTF">2026-03-17T03:27:21Z</dcterms:modified>
</cp:coreProperties>
</file>